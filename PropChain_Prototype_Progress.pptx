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PropChain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C2B2"/>
                </a:solidFill>
              </a:rPr>
              <a:t>Blockchain &amp; AI-Powered Property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49039"/>
            <a:ext cx="11274552" cy="2743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E"/>
                </a:solidFill>
              </a:rPr>
              <a:t>Prototype Progress — Phase 2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</a:rPr>
              <a:t>Team OpsAI  |  AI for Bharat Hackathon  |  Powered by AWS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1371600"/>
            <a:ext cx="2377440" cy="411480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  ✓  Mock Blockchain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  ✓  AI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688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  ✓  Swagger UI + ReDoc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2552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A853"/>
                </a:solidFill>
              </a:rPr>
              <a:t>  ✓  Postman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8221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</a:rPr>
              <a:t>  ○  React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C04"/>
                </a:solidFill>
              </a:rPr>
              <a:t>  ○ 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B2"/>
                </a:solidFill>
              </a:rPr>
              <a:t>Phase 2 Prototype — Backend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5603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3657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B2"/>
                </a:solidFill>
              </a:rPr>
              <a:t>🔗  Mock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SHA-256 hash-chained blocks
MongoDB (append-only)
6 transaction types
Tamper detection
Property Passport
Block explorer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25603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</a:rPr>
              <a:t>🤖  AI Document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AWS Textract (extract)
AWS Bedrock / Claude (analyze)
7 rule-based checks
fraud_score 0–1
Auto on-chain logging
Mock mode (no AWS needed)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5577840" cy="25603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57784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95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</a:rPr>
              <a:t>📡  REST API — 14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POST /blockchain/mint
POST /blockchain/transfer
POST /ai/verify-document
GET  /blockchain/passport
GET  /blockchain/verify
GET  /ai/mode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86200"/>
            <a:ext cx="5577840" cy="25603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886200"/>
            <a:ext cx="557784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995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</a:rPr>
              <a:t>📖  Docs &amp; Tooling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891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Swagger UI  → /swagger
ReDoc        → /redoc
Postman collection (15 requests)
run.sh command file
Commands.md reference
.env.example with AWS keys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Mock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B2"/>
                </a:solidFill>
              </a:rPr>
              <a:t>SHA-256 hash-chained ledger backed by 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840480" cy="53035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B2"/>
                </a:solidFill>
              </a:rPr>
              <a:t>Block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74552" cy="2743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0FE"/>
                </a:solidFill>
              </a:rPr>
              <a:t>block_index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0, 1, 2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951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0FE"/>
                </a:solidFill>
              </a:rPr>
              <a:t>property_id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951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PROP-KA-2024-001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</a:rPr>
              <a:t>transaction_type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8072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GENESIS | TRANSFER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192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0FE"/>
                </a:solidFill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192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{ owner, price, …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3133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B2"/>
                </a:solidFill>
              </a:rPr>
              <a:t>previous_hash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831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000…0 (genesis)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0FE"/>
                </a:solidFill>
              </a:rPr>
              <a:t>timestamp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343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2026-02-28T18:00Z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85546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SHA-256( all above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675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0FE"/>
                </a:solidFill>
              </a:rPr>
              <a:t>minted_by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675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PropChain-Mock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188720"/>
            <a:ext cx="7223760" cy="23317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B2"/>
                </a:solidFill>
              </a:rPr>
              <a:t>6 Transaction 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746504"/>
            <a:ext cx="91440" cy="1645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691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A853"/>
                </a:solidFill>
              </a:rPr>
              <a:t>GENESIS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6916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First property registration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057400"/>
            <a:ext cx="91440" cy="1645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00253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</a:rPr>
              <a:t>OWNERSHIP_TRANSFER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00253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Buyer ↔ Seller transfer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368296"/>
            <a:ext cx="91440" cy="16459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3134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C04"/>
                </a:solidFill>
              </a:rPr>
              <a:t>DOCUMENT_VERIFICATION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31343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AI fraud check result logged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679192"/>
            <a:ext cx="91440" cy="16459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6243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A4335"/>
                </a:solidFill>
              </a:rPr>
              <a:t>STATUS_UPDATE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62432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Legal status (disputed, encumbered)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990088"/>
            <a:ext cx="91440" cy="16459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9352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B2"/>
                </a:solidFill>
              </a:rPr>
              <a:t>FRACTIONAL_MINT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293522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Property tokenized into shares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300984"/>
            <a:ext cx="91440" cy="16459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461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27B0"/>
                </a:solidFill>
              </a:rPr>
              <a:t>FRACTIONAL_TRANSFER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2461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Token sold to investor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703320"/>
            <a:ext cx="7223760" cy="27889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B2"/>
                </a:solidFill>
              </a:rPr>
              <a:t>Security &amp; Integrity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4279392"/>
            <a:ext cx="91440" cy="1645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4206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Append-only: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206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MongoDB unique index on (property_id, block_index)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690872"/>
            <a:ext cx="91440" cy="1645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4617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Tamper detection: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6177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Re-compute hash on every GET /verify → catch DB edits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5102352"/>
            <a:ext cx="91440" cy="1645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5029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Chain linkage: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50292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Each block stores previous_hash → broken chain detected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5513832"/>
            <a:ext cx="91440" cy="1645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5440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Genesis anchor: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54406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Block 0 previous_hash = 000…0 (64 zeros) — immutable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5925312"/>
            <a:ext cx="91440" cy="16459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0" y="5852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</a:rPr>
              <a:t>Duplicate guard: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5852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400 error if property already registered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Document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B2"/>
                </a:solidFill>
              </a:rPr>
              <a:t>AWS Textract + Bedrock (Claude Haiku)  |  Mock fallback — no AWS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508760" cy="201168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50876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325880"/>
            <a:ext cx="411480" cy="41148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74519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B2"/>
                </a:solidFill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PDF / JPEG / PNG
Max 10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188720"/>
            <a:ext cx="1508760" cy="201168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1188720"/>
            <a:ext cx="150876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325880"/>
            <a:ext cx="41148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874519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</a:rPr>
              <a:t>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28600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SHA-256 of file bytes
Document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1188720"/>
            <a:ext cx="1508760" cy="201168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1188720"/>
            <a:ext cx="1508760" cy="457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325880"/>
            <a:ext cx="411480" cy="411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1874519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BC04"/>
                </a:solidFill>
              </a:rPr>
              <a:t>Textract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28600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Extract key-value
fields from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1188720"/>
            <a:ext cx="1508760" cy="201168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1188720"/>
            <a:ext cx="150876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325880"/>
            <a:ext cx="411480" cy="41148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1874519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B2"/>
                </a:solidFill>
              </a:rPr>
              <a:t>Rule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28600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7 rule-based fraud
checks (no AWS)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1188720"/>
            <a:ext cx="1508760" cy="201168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6600" y="1188720"/>
            <a:ext cx="150876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35240" y="1325880"/>
            <a:ext cx="41148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874519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</a:rPr>
              <a:t>Bedrock/Claude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228600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Holistic AI fraud
analysis +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1188720"/>
            <a:ext cx="1508760" cy="201168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78240" y="1188720"/>
            <a:ext cx="1508760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26880" y="1325880"/>
            <a:ext cx="411480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1874519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A853"/>
                </a:solidFill>
              </a:rPr>
              <a:t>Verdict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28600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AUTHENTIC / SUSPICIOUS
/ FLAGGED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69880" y="1188720"/>
            <a:ext cx="1508760" cy="201168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69880" y="1188720"/>
            <a:ext cx="1508760" cy="45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018520" y="1325880"/>
            <a:ext cx="411480" cy="4114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1852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874519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C27B0"/>
                </a:solidFill>
              </a:rPr>
              <a:t>On-Chain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228600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Logged as
DOC_VERIFICATION block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429000"/>
            <a:ext cx="11521440" cy="310896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B2"/>
                </a:solidFill>
              </a:rPr>
              <a:t>7 Rule-Based Fraud Checks  (run on every upload, no AWS required)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977639"/>
            <a:ext cx="3657600" cy="749808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3977639"/>
            <a:ext cx="54864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" y="40233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Future Date Detection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" y="432511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FE"/>
                </a:solidFill>
              </a:rPr>
              <a:t>Registration/execution dates must not be in the future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3977639"/>
            <a:ext cx="3657600" cy="749808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97680" y="3977639"/>
            <a:ext cx="54864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62272" y="40233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Registration Number Format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62272" y="432511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FE"/>
                </a:solidFill>
              </a:rPr>
              <a:t>Indian reg numbers match state-specific patterns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3977639"/>
            <a:ext cx="3657600" cy="749808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3977639"/>
            <a:ext cx="54864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02752" y="40233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Name Consistency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02752" y="432511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FE"/>
                </a:solidFill>
              </a:rPr>
              <a:t>Owner name must be consistent across fields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818887"/>
            <a:ext cx="3657600" cy="749808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7200" y="4818887"/>
            <a:ext cx="54864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" y="4864607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Aadhaar Format Validation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516635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FE"/>
                </a:solidFill>
              </a:rPr>
              <a:t>Aadhaar must be exactly 12 digits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97680" y="4818887"/>
            <a:ext cx="3657600" cy="749808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97680" y="4818887"/>
            <a:ext cx="54864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62272" y="4864607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Amount Format Validation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62272" y="516635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FE"/>
                </a:solidFill>
              </a:rPr>
              <a:t>Consideration amounts must be numeric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18887"/>
            <a:ext cx="3657600" cy="749808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4818887"/>
            <a:ext cx="54864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02752" y="4864607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Mandatory Fields Check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02752" y="516635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FE"/>
                </a:solidFill>
              </a:rPr>
              <a:t>All required fields present for document type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660135"/>
            <a:ext cx="3657600" cy="749808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" y="5660135"/>
            <a:ext cx="54864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" y="5705855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Extraction Confidence Check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" y="600760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FE"/>
                </a:solidFill>
              </a:rPr>
              <a:t>Fields with Textract confidence &lt; 70% are flagged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Fraud Scoring &amp; Verdict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B2"/>
                </a:solidFill>
              </a:rPr>
              <a:t>Composite score from AI analysis + rule penalties → deterministic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669280" cy="182880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B2"/>
                </a:solidFill>
              </a:rPr>
              <a:t>Score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C04"/>
                </a:solidFill>
              </a:rPr>
              <a:t>final_score = min(ai_score + (failed_rules × 0.08), 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• AI score (0–1) from Bedrock/Claude analysis
• Each failed rule adds 8% to the score
• Capped at 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486400" cy="182880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B2"/>
                </a:solidFill>
              </a:rPr>
              <a:t>Verdict Thresholds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128016" cy="21945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</a:rPr>
              <a:t>AUTHENTIC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fraud_score 0.00 – 0.34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Document is 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29968"/>
            <a:ext cx="128016" cy="21945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84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C04"/>
                </a:solidFill>
              </a:rPr>
              <a:t>SUSPICIOUS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84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fraud_score 0.35 – 0.65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1984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Manual review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14016"/>
            <a:ext cx="128016" cy="21945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368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</a:rPr>
              <a:t>FLAGGED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368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fraud_score 0.66 – 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3682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High fraud risk — block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63240"/>
            <a:ext cx="11430000" cy="34747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B2"/>
                </a:solidFill>
              </a:rPr>
              <a:t>Live Examples (Mock Mode)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11274552" cy="2743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B2"/>
                </a:solidFill>
              </a:rPr>
              <a:t>Verdict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B2"/>
                </a:solidFill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B2"/>
                </a:solidFill>
              </a:rPr>
              <a:t>Document &amp; Finding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7639"/>
            <a:ext cx="11247120" cy="420624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5079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AUTHENTIC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05079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A853"/>
                </a:solidFill>
              </a:rPr>
              <a:t>0.04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050791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Title Deed — all fields valid, dates correct, name consistent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53127"/>
            <a:ext cx="11247120" cy="420624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52627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</a:rPr>
              <a:t>AUTHENTIC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52627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A853"/>
                </a:solidFill>
              </a:rPr>
              <a:t>0.12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52627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Aadhaar Card — 12-digit number, valid DOB, high confidence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28615"/>
            <a:ext cx="11247120" cy="420624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00176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</a:rPr>
              <a:t>SUSPICIOUS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00176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C04"/>
                </a:solidFill>
              </a:rPr>
              <a:t>0.52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001767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Sale Agreement — missing stamp duty ref, low-confidence scan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04103"/>
            <a:ext cx="11247120" cy="420624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7725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</a:rPr>
              <a:t>FLAGGED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547725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</a:rPr>
              <a:t>0.87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477255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Title Deed — future registration date, name mismatch, bad reg no.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879591"/>
            <a:ext cx="11247120" cy="420624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952743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</a:rPr>
              <a:t>FLAGGED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595274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</a:rPr>
              <a:t>1.00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952743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Aadhaar — future DOB (2030), only 8-digit number, address unknown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API Endpoints — 14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2B2"/>
                </a:solidFill>
              </a:rPr>
              <a:t>FastAPI  |  Swagger UI → /swagger  |  ReDoc → /redoc  |  OpenAPI JSON → /openapi.json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760720" cy="539496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B2"/>
                </a:solidFill>
              </a:rPr>
              <a:t>🔗  Blockchain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11274552" cy="2743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0292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647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/blockchain/mint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5681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Register property (genesis block)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21992"/>
            <a:ext cx="50292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0370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762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9572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Record ownership transfer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60904"/>
            <a:ext cx="50292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426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151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/blockchain/verify-document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Log AI fraud result on-chain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99816"/>
            <a:ext cx="50292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081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540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27355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Update legal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38728"/>
            <a:ext cx="50292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520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/blockchain/fractional/mint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71246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Tokenize property into shares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77640"/>
            <a:ext cx="50292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9593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31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/blockchain/fractional/transfer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15137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Transfer fractional tokens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16552"/>
            <a:ext cx="502920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3982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370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/blockchain/passport/{property_id}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59028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Full Property Passport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55464"/>
            <a:ext cx="502920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37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097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/blockchain/verify/{property_id}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2920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Chain integrity check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94376"/>
            <a:ext cx="502920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2760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2486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/blockchain/block/{block_hash}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681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Block explorer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733288"/>
            <a:ext cx="502920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7150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687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F0FE"/>
                </a:solidFill>
              </a:rPr>
              <a:t>/blockchain/properties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90702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BB"/>
                </a:solidFill>
              </a:rPr>
              <a:t>List all properties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097280"/>
            <a:ext cx="5577840" cy="23774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</a:rPr>
              <a:t>🤖  AI Document Verification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1627632"/>
            <a:ext cx="11274552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1783080"/>
            <a:ext cx="50292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17647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F0FE"/>
                </a:solidFill>
              </a:rPr>
              <a:t>/ai/verify-document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20574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BB"/>
                </a:solidFill>
              </a:rPr>
              <a:t>Upload PDF/image → full AI pipeline + on-chain log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2423160"/>
            <a:ext cx="502920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24048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23774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F0FE"/>
                </a:solidFill>
              </a:rPr>
              <a:t>/ai/mode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26974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BB"/>
                </a:solidFill>
              </a:rPr>
              <a:t>Check AWS or mock mode status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657600"/>
            <a:ext cx="5577840" cy="2834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C04"/>
                </a:solidFill>
              </a:rPr>
              <a:t>📖  Docs &amp; Tooling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187952"/>
            <a:ext cx="11274552" cy="2743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C04"/>
                </a:solidFill>
              </a:rPr>
              <a:t>Swagger UI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251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B2"/>
                </a:solidFill>
              </a:rPr>
              <a:t>/swagger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Interactive API explorer — try it out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C04"/>
                </a:solidFill>
              </a:rPr>
              <a:t>ReDoc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B2"/>
                </a:solidFill>
              </a:rPr>
              <a:t>/redoc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4617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Clean read-only documentation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C04"/>
                </a:solidFill>
              </a:rPr>
              <a:t>OpenAPI JSON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4983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B2"/>
                </a:solidFill>
              </a:rPr>
              <a:t>/openapi.json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Machine-readable spec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C04"/>
                </a:solidFill>
              </a:rPr>
              <a:t>Postman Collection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0" y="5349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B2"/>
                </a:solidFill>
              </a:rPr>
              <a:t>15 requests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5349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Auto-saved variables + test scripts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C04"/>
                </a:solidFill>
              </a:rPr>
              <a:t>run.sh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5715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B2"/>
                </a:solidFill>
              </a:rPr>
              <a:t>9 commands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5715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setup / start / stop / status / open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BBC04"/>
                </a:solidFill>
              </a:rPr>
              <a:t>Commands.md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6080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B2"/>
                </a:solidFill>
              </a:rPr>
              <a:t>Full reference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84080" y="6080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All endpoints, env vars,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AWS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B2"/>
                </a:solidFill>
              </a:rPr>
              <a:t>Code is ready — plug in credentials to switch from mock → real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91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16916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B2"/>
                </a:solidFill>
              </a:rPr>
              <a:t>Amazon Textract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F0FE"/>
                </a:solidFill>
              </a:rPr>
              <a:t>Extracts key-value pairs from property documents (PDF, JPEG, PNG, TIFF).
Used in: _textract_extract() + _textract_raw_text()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analyze_document (FORMS)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463040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detect_document_text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47088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55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Direct bytes (&lt; 5MB)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847088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755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Returns field confidence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11430000" cy="1691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73152" cy="1691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</a:rPr>
              <a:t>Amazon Bedrock — Claude Haiku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F0FE"/>
                </a:solidFill>
              </a:rPr>
              <a:t>Holistic fraud analysis. Receives extracted fields + raw text → returns fraud score, indicators, explanation.
Used in: _bedrock_analyze()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291840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Model: anthropic.claude-haiku-4-5-20251001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291840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Structured JSON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675888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584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Prompt engineered for Indian property 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675888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3584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Max 1024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11430000" cy="1691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846320"/>
            <a:ext cx="73152" cy="16916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C04"/>
                </a:solidFill>
              </a:rPr>
              <a:t>Auto-Switch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F0FE"/>
                </a:solidFill>
              </a:rPr>
              <a:t>No code change needed. Server detects AWS credentials at startup and switches mode automatically.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5120640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029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USE_AWS = bool(AWS_ACCESS_KEY_ID)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5120640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5029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Mock mode if no credentials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5504688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5413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GET /ai/mode shows current mode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5504688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5413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Same API contract in both modes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50138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</a:rPr>
              <a:t>To enable real AWS:  Add  AWS_ACCESS_KEY_ID  +  AWS_SECRET_ACCESS_KEY  +  AWS_REGION  to backend/.env  →  restart 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B2"/>
                </a:solidFill>
              </a:rPr>
              <a:t>Current prototype  |  React Frontend &amp; Deployment coming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54864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B2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6276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FastAPI (Python 3.12)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57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Async, OpenAPI auto-docs, Pydantic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188720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188720"/>
            <a:ext cx="3749039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73E8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MongoDB + Motor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57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Async driver, append-only blockchain ledger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188720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188720"/>
            <a:ext cx="3749039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A853"/>
                </a:solidFill>
              </a:rPr>
              <a:t>Blockchain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6276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SHA-256 Mock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57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Hash-chained blocks, tamper detection, 6 tx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99232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999232"/>
            <a:ext cx="3749039" cy="5486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3108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C04"/>
                </a:solidFill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4381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AWS Textract + Bedrock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86791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Document extraction + Claude Haiku fraud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999232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2999232"/>
            <a:ext cx="3749039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108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</a:rPr>
              <a:t>Fraud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4381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7 Rule-Based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86791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Python — no AWS, always runs, date/format/name 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2999232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0456" y="2999232"/>
            <a:ext cx="3749039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3108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27B0"/>
                </a:solidFill>
              </a:rPr>
              <a:t>API 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34381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Swagger UI + ReDoc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86791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FastAPI built-in, custom dark theme at /swagger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09744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09744"/>
            <a:ext cx="3749039" cy="54864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4919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B2"/>
                </a:solidFill>
              </a:rPr>
              <a:t>Tooling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52486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Postman + run.sh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56784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15-request collection, shell runner, Commands.md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0248" y="4809744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0248" y="4809744"/>
            <a:ext cx="3749039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919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73E8"/>
                </a:solidFill>
              </a:rP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2486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React.js  (planned)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6784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Property dashboard, passport viewer, fraud results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4809744"/>
            <a:ext cx="3749039" cy="166420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0456" y="4809744"/>
            <a:ext cx="3749039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4919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A853"/>
                </a:solidFill>
              </a:rPr>
              <a:t>Deployment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52486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AWS EC2 / Railway  (planned)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5048" y="56784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Live URL for hackathon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B2"/>
                </a:solidFill>
              </a:rPr>
              <a:t>Remaining work to complete the hackathon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749039" cy="248716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0" y="1298448"/>
            <a:ext cx="804672" cy="274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29844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298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</a:rPr>
              <a:t>React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65376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556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Property registration 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322576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2128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Document upload with live AI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779776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6700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Property Passport timeline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236976"/>
            <a:ext cx="91440" cy="128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272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Fractional ownership marketplace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188720"/>
            <a:ext cx="3749039" cy="248716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0248" y="1188720"/>
            <a:ext cx="3749039" cy="5486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3448" y="1298448"/>
            <a:ext cx="804672" cy="274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129844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298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4"/>
                </a:solidFill>
              </a:rPr>
              <a:t>AWS Credentials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865376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7556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Add keys to backend/.env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322576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2128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Enable Bedrock Claude Haiku in us-east-1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779776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6700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Test with real property 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36976"/>
            <a:ext cx="91440" cy="12801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1272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GET /ai/mode → 'aws'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1188720"/>
            <a:ext cx="3749039" cy="248716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0456" y="1188720"/>
            <a:ext cx="3749039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63656" y="1298448"/>
            <a:ext cx="804672" cy="274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63656" y="129844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1298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</a:rPr>
              <a:t>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5048" y="1865376"/>
            <a:ext cx="91440" cy="12801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7928" y="17556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AWS EC2 (t2.micro free tier)  or  Railway.app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5048" y="2322576"/>
            <a:ext cx="91440" cy="12801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7928" y="22128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Live URL for evaluators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85048" y="2779776"/>
            <a:ext cx="91440" cy="12801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26700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MongoDB Atlas for production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5048" y="3236976"/>
            <a:ext cx="91440" cy="12801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312724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Update Postman base_url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822192"/>
            <a:ext cx="3749039" cy="248716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822192"/>
            <a:ext cx="3749039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63240" y="3931920"/>
            <a:ext cx="804672" cy="2743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3240" y="393192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4335"/>
                </a:solidFill>
              </a:rPr>
              <a:t>GitHub Repository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" y="4498848"/>
            <a:ext cx="91440" cy="12801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389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Clean commit history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" y="4956048"/>
            <a:ext cx="91440" cy="12801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" y="48463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README with setup + demo GIF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" y="5413248"/>
            <a:ext cx="91440" cy="12801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5303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.gitignore (exclude .env)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" y="5870448"/>
            <a:ext cx="91440" cy="12801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" y="5760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Architecture diagram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0248" y="3822192"/>
            <a:ext cx="3749039" cy="248716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70248" y="3822192"/>
            <a:ext cx="3749039" cy="54864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13448" y="3931920"/>
            <a:ext cx="804672" cy="2743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13448" y="393192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B2"/>
                </a:solidFill>
              </a:rPr>
              <a:t>Demo Video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4840" y="4498848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17720" y="4389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Record 3-min screen walkthrough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34840" y="4956048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48463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Show: Register → Verify (flagged) → Passport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34840" y="5413248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17720" y="5303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Show: Fractional investment flow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4840" y="5870448"/>
            <a:ext cx="91440" cy="12801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17720" y="5760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Upload to YouTube / Loom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0456" y="3822192"/>
            <a:ext cx="3749039" cy="248716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0456" y="3822192"/>
            <a:ext cx="3749039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963656" y="3931920"/>
            <a:ext cx="804672" cy="274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63656" y="393192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85048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</a:rPr>
              <a:t>Project Summary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85048" y="4498848"/>
            <a:ext cx="91440" cy="12801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67928" y="4389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Problem statement (from PPT)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85048" y="4956048"/>
            <a:ext cx="91440" cy="12801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67928" y="48463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Solution impact numbers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85048" y="5413248"/>
            <a:ext cx="91440" cy="12801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67928" y="53035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AWS services used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85048" y="5870448"/>
            <a:ext cx="91440" cy="12801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67928" y="57607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Future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PropChain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2B2"/>
                </a:solidFill>
              </a:rPr>
              <a:t>Blockchain + AI for Transparent Property Registration in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11274552" cy="2743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B2"/>
                </a:solidFill>
              </a:rPr>
              <a:t>Mock Blockchain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10 endpoints, SHA-256 chain, tamper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66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B2"/>
                </a:solidFill>
              </a:rPr>
              <a:t>AI Fraud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Textract + Bedrock + 7 rule-based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B2"/>
                </a:solidFill>
              </a:rPr>
              <a:t>14 REST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Swagger UI /swagger  |  ReDoc /redoc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566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114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2B2"/>
                </a:solidFill>
              </a:rPr>
              <a:t>Full 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Postman collection  |  run.sh  |  Commands.md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DD"/>
                </a:solidFill>
              </a:rPr>
              <a:t>Team OpsAI  |  AI for Bharat Hackathon  |  Powered by AWS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